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089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3317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PARKEASE BD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Parking Platform to Ease Dhaka's Traffic Congestion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502920" cy="36576"/>
          </a:xfrm>
          <a:prstGeom prst="rect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/ Project Proposal Presentation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0" y="1280160"/>
            <a:ext cx="274320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69680" y="1280160"/>
            <a:ext cx="2743200" cy="4297680"/>
          </a:xfrm>
          <a:prstGeom prst="rect">
            <a:avLst/>
          </a:prstGeom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
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traffic / roadside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photo</a:t>
            </a:r>
            <a:endParaRPr lang="en-US" sz="1200" dirty="0"/>
          </a:p>
        </p:txBody>
      </p:sp>
      <p:pic>
        <p:nvPicPr>
          <p:cNvPr id="1026" name="Picture 2" descr="The FE - Addressing problem of car parking">
            <a:extLst>
              <a:ext uri="{FF2B5EF4-FFF2-40B4-BE49-F238E27FC236}">
                <a16:creationId xmlns:a16="http://schemas.microsoft.com/office/drawing/2014/main" id="{5A18F862-3FEB-AA99-473F-C7131FE1B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046104" y="1602289"/>
            <a:ext cx="5480132" cy="3653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217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faces severe traffic congestion, worsened by vehicles parked on roads near malls, hospitals, offices, and educational institutions.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number of residential parking spaces sit unused during the day while residents are at work or elsewhere.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mismatch: private parking capacity goes to waste while daytime demand near commercial areas stays high.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platform can connect property owners with drivers, cut roadside parking, and better use existing urban infrastructure.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2054" name="Picture 6" descr="Bangla Trac launches 'Yes Parking' app">
            <a:extLst>
              <a:ext uri="{FF2B5EF4-FFF2-40B4-BE49-F238E27FC236}">
                <a16:creationId xmlns:a16="http://schemas.microsoft.com/office/drawing/2014/main" id="{25BA2D67-4128-C8AC-2E4C-4F45A8FB8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871" y="1371600"/>
            <a:ext cx="4999329" cy="369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 is a location-based shared parking platform that lets residential property owners and building managers rent out unused parking spaces by the hour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27157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search for available parking near their destination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456432"/>
            <a:ext cx="411480" cy="41148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456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429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rates and facilities, then reserve a time slot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9664"/>
            <a:ext cx="411480" cy="41148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1696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414223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manages conflicts, entry/exit verification, overtime, cancellations, and owner earnings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convert unused private parking into bookable daytime parking, reducing illegal roadside parking and improving accessibility.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1371600"/>
            <a:ext cx="4572000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
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parking-space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image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3074" name="Picture 2" descr="How To Get Mobile Signal In An Underground Car Park?">
            <a:extLst>
              <a:ext uri="{FF2B5EF4-FFF2-40B4-BE49-F238E27FC236}">
                <a16:creationId xmlns:a16="http://schemas.microsoft.com/office/drawing/2014/main" id="{01A97CBF-DE37-9A41-1E09-3EA160C4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380" y="1661652"/>
            <a:ext cx="4630220" cy="397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148840" cy="3291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1874520"/>
            <a:ext cx="502920" cy="50292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Owners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owners with unused daytime parking spaces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80360" y="1554480"/>
            <a:ext cx="2148840" cy="3291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03320" y="1874520"/>
            <a:ext cx="502920" cy="50292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033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017520" y="25603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Managers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315468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shared parking areas in apartments/buildings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12080" y="1554480"/>
            <a:ext cx="2148840" cy="3291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1874520"/>
            <a:ext cx="502920" cy="50292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49240" y="25603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315468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Private-car and motorcycle drivers visiting hospitals, offices, malls, universities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43800" y="1554480"/>
            <a:ext cx="2148840" cy="3291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66760" y="1874520"/>
            <a:ext cx="502920" cy="50292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667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80960" y="25603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80960" y="315468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vehicle entry and exit at parking sites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875520" y="1554480"/>
            <a:ext cx="2148840" cy="3291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698480" y="1874520"/>
            <a:ext cx="502920" cy="50292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6984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012680" y="25603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12680" y="315468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temporary parking for visitors or employees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1965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" cy="196596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Owners &amp; Managers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extra income from spaces that often stay unused during the 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1965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864" cy="196596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Owners &amp; Drivers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secure, reserved parking near their destination without wasting 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349240" cy="1965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864" cy="196596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Building Staff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 added responsibility, potentially justifying better pay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3794760"/>
            <a:ext cx="5349240" cy="1965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3794760"/>
            <a:ext cx="54864" cy="196596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39776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 &amp; The Nation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448056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roadside parking, reduced congestion, smoother movement in the city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–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Time-Slot-Based Parking Listing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list spaces with location, photos, vehicle-size support, hourly price, hours, and available slots; can disable/update availability anytime.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234440" y="3063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Parking Discovery &amp; Reservation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474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search by location, destination, vehicle type, price, and availability; system prevents double-booking of overlapping time slots.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4440" y="4480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Entry &amp; Exit Verification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892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temporary QR code or one-time code is verified by security staff at entry and exit, ensuring only the authorized vehicle uses the space.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4 –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Overstay, Cancellation &amp; No-Show Management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103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extra charges for overstaying, notifies driver and owner before expiry, and applies configurable cancellation, grace-period, refund, and no-show rules.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234440" y="3383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Earnings &amp; Platform Settlement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794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completed bookings, occupied hours, earnings, penalties, and commission, with a transparent ledger and weekly/monthly summaries.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886736"/>
              </p:ext>
            </p:extLst>
          </p:nvPr>
        </p:nvGraphicFramePr>
        <p:xfrm>
          <a:off x="548640" y="1371600"/>
          <a:ext cx="11064240" cy="45516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Backend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Node.js, Express.js, TypeScript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Frontend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Next.js, React, TypeScript, Tailwind CSS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PostgreSQL with Prisma ORM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Maps &amp; Location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OpenStreetMap + Leaflet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Real-Time Updates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Socket.IO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Auth &amp; Security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JWT, refresh tokens, bcrypt, RBAC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Container / VCS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Docker, Git + GitHub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this realistically be built and run this semester?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48840" cy="3749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371600" y="2057400"/>
            <a:ext cx="502920" cy="50292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1874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stack (Node.js, Next.js, PostgreSQL); 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risk is conflict-safe booking logic.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80360" y="1737360"/>
            <a:ext cx="2148840" cy="3749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03320" y="2057400"/>
            <a:ext cx="502920" cy="50292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033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17520" y="2743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246120"/>
            <a:ext cx="1874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build cost; open-source tools and a simulated wallet this phase.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12080" y="1737360"/>
            <a:ext cx="2148840" cy="3749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2057400"/>
            <a:ext cx="502920" cy="50292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350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49240" y="2743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3246120"/>
            <a:ext cx="1874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at pilot scale; 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owner and guard adoption.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43800" y="1737360"/>
            <a:ext cx="2148840" cy="3749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66760" y="2057400"/>
            <a:ext cx="502920" cy="50292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667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80960" y="2743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80960" y="3246120"/>
            <a:ext cx="1874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this semester — no public roads, no real payments yet.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875520" y="1737360"/>
            <a:ext cx="2148840" cy="3749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698480" y="2057400"/>
            <a:ext cx="502920" cy="502920"/>
          </a:xfrm>
          <a:prstGeom prst="ellipse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984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012680" y="2743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12680" y="3246120"/>
            <a:ext cx="1874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in a typical 12 weeks semester, phased by feature.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feasible as a semester project; a commercial rollout would need real payments and a funded adoption plan.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1488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" cy="2148840"/>
          </a:xfrm>
          <a:prstGeom prst="rect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 real, well-documented Dhaka congestion problem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Free/open-source stack keeps build cost near zero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niche: unused residential daytime parking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349240" cy="21488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4864" cy="214884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1554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196596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payment integration this semester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relies on guard compliance, not hardware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user base or marketing budget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349240" cy="21488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864" cy="2148840"/>
          </a:xfrm>
          <a:prstGeom prst="rect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34340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DNCC's own Smart Parking app shows market readiness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mobile-banking use enables future payments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inventory is far larger than on-street spaces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3794760"/>
            <a:ext cx="5349240" cy="21488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3794760"/>
            <a:ext cx="54864" cy="214884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3931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434340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corporation could expand its own app's coverage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funded entrant could copy the model faster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may be wary of granting stranger access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 against the four parking apps already operating in Bangladesh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990838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ParkEase BD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Parking Koi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DNCC Smart Parking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Yes Parking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DG Parking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Market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Dhaka, residential daytime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Dhaka, Ctg, Sylhet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Dhaka (Gulshan), on-street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Partner venues (e.g. museum)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Garages / institutions (B2B)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Space source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Private residential owners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Private homes, garages, yards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City-run street spaces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Venue's own parking lot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N/A — software for operators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Verification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QR / one-time code, guard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Host / field-agent managed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App tied to plate / zone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App booking + on-site agents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Digital entry/exit log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Revenue model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Commission (planned)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Profit-sharing with hosts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Government-run, no fee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Per-visit parking fee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B2B software licence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Daily Star, TBS, Dhaka Tribune, Prothom Alo, Future Startup, and each app's Google Play listing.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Feature-by-feature comparison against the closest reference products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708997"/>
              </p:ext>
            </p:extLst>
          </p:nvPr>
        </p:nvGraphicFramePr>
        <p:xfrm>
          <a:off x="548640" y="1691640"/>
          <a:ext cx="11064240" cy="4206237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ParkEase BD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Parking Koi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DNCC Smart Parking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Yes Parking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DG Parking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Time-slot based reservation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 (hourly/monthly)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Residential / private listings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Overstay &amp; cancellation rules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Not published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Tiered fee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Not published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Owner / host earnings view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 (host payouts)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Operator reports only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Real payment gateway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No (simulated)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N/A (logs only)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Live in Dhaka today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78"/>
                          </a:solidFill>
                        </a:rPr>
                        <a:t>Pilot / proposed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Yes, since 2018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 (Gulshan pilot)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Yes, select venues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6E8E"/>
                          </a:solidFill>
                        </a:rPr>
                        <a:t>Yes (B2B tool)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 leads on residential listings and owner-earnings transparency; Parking Koi is the closest functional match but relies on manual host/agent management, and DG Parking serves operators rather than drivers.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3429000"/>
            <a:ext cx="502920" cy="36576"/>
          </a:xfrm>
          <a:prstGeom prst="rect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3611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BD — Turning unused parking into a solution for Dhaka's streets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869680" y="1280160"/>
            <a:ext cx="274320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0" y="1280160"/>
            <a:ext cx="2743200" cy="4297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
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area / skyline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pic>
        <p:nvPicPr>
          <p:cNvPr id="4098" name="Picture 2" descr="Basement parking Images - Free Download on Magnific (formerly Freepik)">
            <a:extLst>
              <a:ext uri="{FF2B5EF4-FFF2-40B4-BE49-F238E27FC236}">
                <a16:creationId xmlns:a16="http://schemas.microsoft.com/office/drawing/2014/main" id="{FD055125-B9FE-0BE0-D2B4-ACD94FA7F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574" y="900493"/>
            <a:ext cx="3203701" cy="509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1133</Words>
  <Application>Microsoft Office PowerPoint</Application>
  <PresentationFormat>Widescreen</PresentationFormat>
  <Paragraphs>239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Faysal Ahmed</cp:lastModifiedBy>
  <cp:revision>4</cp:revision>
  <dcterms:created xsi:type="dcterms:W3CDTF">2026-07-31T13:52:15Z</dcterms:created>
  <dcterms:modified xsi:type="dcterms:W3CDTF">2026-08-01T04:53:46Z</dcterms:modified>
</cp:coreProperties>
</file>